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7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27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1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32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905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44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063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7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09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68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576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4657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621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78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327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665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53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21" Type="http://schemas.openxmlformats.org/officeDocument/2006/relationships/image" Target="../media/image4.png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image" Target="../media/image3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2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image" Target="../media/image5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1A56619-0306-46D9-8E6D-9D411E40004B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25913-03FA-4306-BC7A-5FA11C2D9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0362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E779-2422-4AA5-95F9-BC68D3BBF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1760095"/>
          </a:xfrm>
        </p:spPr>
        <p:txBody>
          <a:bodyPr/>
          <a:lstStyle/>
          <a:p>
            <a:pPr algn="ctr"/>
            <a:r>
              <a:rPr lang="ru-RU" dirty="0"/>
              <a:t>Сайт-калькулятор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EAE9D-AB43-4693-A2F7-1EAB60FB2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625715"/>
            <a:ext cx="8825658" cy="1760095"/>
          </a:xfrm>
        </p:spPr>
        <p:txBody>
          <a:bodyPr>
            <a:normAutofit/>
          </a:bodyPr>
          <a:lstStyle/>
          <a:p>
            <a:pPr algn="r"/>
            <a:r>
              <a:rPr lang="ru-RU" dirty="0" err="1"/>
              <a:t>Выплонил</a:t>
            </a:r>
            <a:r>
              <a:rPr lang="ru-RU" dirty="0"/>
              <a:t>:</a:t>
            </a:r>
            <a:r>
              <a:rPr lang="mul" dirty="0"/>
              <a:t>Жаназаков Д. И.</a:t>
            </a:r>
            <a:endParaRPr lang="ru-RU" dirty="0"/>
          </a:p>
          <a:p>
            <a:pPr algn="r"/>
            <a:r>
              <a:rPr lang="ru-RU" dirty="0"/>
              <a:t>Группа: асубз-23-1</a:t>
            </a:r>
          </a:p>
          <a:p>
            <a:pPr algn="r"/>
            <a:r>
              <a:rPr lang="ru-RU" dirty="0"/>
              <a:t>Предмет: введение в </a:t>
            </a:r>
          </a:p>
          <a:p>
            <a:pPr algn="r"/>
            <a:r>
              <a:rPr lang="ru-RU" dirty="0"/>
              <a:t>профессиональную деятельность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159417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DCA5-E6BE-474E-8710-08A0C5A48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Внешний вид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02E351-2826-4A36-B31B-100C042DB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479" y="2052638"/>
            <a:ext cx="7872817" cy="4195762"/>
          </a:xfrm>
        </p:spPr>
      </p:pic>
    </p:spTree>
    <p:extLst>
      <p:ext uri="{BB962C8B-B14F-4D97-AF65-F5344CB8AC3E}">
        <p14:creationId xmlns:p14="http://schemas.microsoft.com/office/powerpoint/2010/main" val="4186666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0BC50-803F-4914-AFBE-E956C97A6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Файлы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13C0C-7CAD-41BB-9E80-6211E2B1C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index.html</a:t>
            </a:r>
          </a:p>
          <a:p>
            <a:r>
              <a:rPr lang="en-US" dirty="0"/>
              <a:t>styles.css</a:t>
            </a:r>
          </a:p>
          <a:p>
            <a:r>
              <a:rPr lang="en-US" dirty="0"/>
              <a:t>app.js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616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727D-2A85-426D-9185-F8B9EC72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Операции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FFAB8-9275-45D9-A49B-23C30B29C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Добавление</a:t>
            </a:r>
          </a:p>
          <a:p>
            <a:r>
              <a:rPr lang="ru-RU" dirty="0"/>
              <a:t>Вычитание</a:t>
            </a:r>
          </a:p>
          <a:p>
            <a:r>
              <a:rPr lang="ru-RU" dirty="0"/>
              <a:t>Умножение</a:t>
            </a:r>
          </a:p>
          <a:p>
            <a:r>
              <a:rPr lang="ru-RU" dirty="0"/>
              <a:t>Деление</a:t>
            </a:r>
          </a:p>
        </p:txBody>
      </p:sp>
    </p:spTree>
    <p:extLst>
      <p:ext uri="{BB962C8B-B14F-4D97-AF65-F5344CB8AC3E}">
        <p14:creationId xmlns:p14="http://schemas.microsoft.com/office/powerpoint/2010/main" val="1308811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E5BEA-CCDE-4288-80FE-D81D288C4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558" y="719528"/>
            <a:ext cx="9375296" cy="578620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function solve() {</a:t>
            </a:r>
          </a:p>
          <a:p>
            <a:pPr marL="0" indent="0">
              <a:buNone/>
            </a:pPr>
            <a:r>
              <a:rPr lang="en-US" dirty="0"/>
              <a:t>    let number1 = </a:t>
            </a:r>
            <a:r>
              <a:rPr lang="en-US" dirty="0" err="1"/>
              <a:t>parseFloat</a:t>
            </a:r>
            <a:r>
              <a:rPr lang="en-US" dirty="0"/>
              <a:t>(</a:t>
            </a:r>
            <a:r>
              <a:rPr lang="en-US" dirty="0" err="1"/>
              <a:t>document.querySelector</a:t>
            </a:r>
            <a:r>
              <a:rPr lang="en-US" dirty="0"/>
              <a:t>('#number_1').value);</a:t>
            </a:r>
          </a:p>
          <a:p>
            <a:pPr marL="0" indent="0">
              <a:buNone/>
            </a:pPr>
            <a:r>
              <a:rPr lang="en-US" dirty="0"/>
              <a:t>    let number2 = </a:t>
            </a:r>
            <a:r>
              <a:rPr lang="en-US" dirty="0" err="1"/>
              <a:t>parseFloat</a:t>
            </a:r>
            <a:r>
              <a:rPr lang="en-US" dirty="0"/>
              <a:t>(</a:t>
            </a:r>
            <a:r>
              <a:rPr lang="en-US" dirty="0" err="1"/>
              <a:t>document.querySelector</a:t>
            </a:r>
            <a:r>
              <a:rPr lang="en-US" dirty="0"/>
              <a:t>('#number_2').value);</a:t>
            </a:r>
          </a:p>
          <a:p>
            <a:pPr marL="0" indent="0">
              <a:buNone/>
            </a:pPr>
            <a:r>
              <a:rPr lang="en-US" dirty="0"/>
              <a:t>    let </a:t>
            </a:r>
            <a:r>
              <a:rPr lang="en-US" dirty="0" err="1"/>
              <a:t>operationType</a:t>
            </a:r>
            <a:r>
              <a:rPr lang="en-US" dirty="0"/>
              <a:t> = </a:t>
            </a:r>
            <a:r>
              <a:rPr lang="en-US" dirty="0" err="1"/>
              <a:t>document.querySelector</a:t>
            </a:r>
            <a:r>
              <a:rPr lang="en-US" dirty="0"/>
              <a:t>('#</a:t>
            </a:r>
            <a:r>
              <a:rPr lang="en-US" dirty="0" err="1"/>
              <a:t>operation_type</a:t>
            </a:r>
            <a:r>
              <a:rPr lang="en-US" dirty="0"/>
              <a:t>').</a:t>
            </a:r>
            <a:r>
              <a:rPr lang="en-US" dirty="0" err="1"/>
              <a:t>selectedIndex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if(number1 != '' &amp;&amp; number2 != '') {</a:t>
            </a:r>
          </a:p>
          <a:p>
            <a:pPr marL="0" indent="0">
              <a:buNone/>
            </a:pPr>
            <a:r>
              <a:rPr lang="en-US" dirty="0"/>
              <a:t>        switch(</a:t>
            </a:r>
            <a:r>
              <a:rPr lang="en-US" dirty="0" err="1"/>
              <a:t>operationType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    case 0: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document.querySelector</a:t>
            </a:r>
            <a:r>
              <a:rPr lang="en-US" dirty="0"/>
              <a:t>('#result').</a:t>
            </a:r>
            <a:r>
              <a:rPr lang="en-US" dirty="0" err="1"/>
              <a:t>innerHTML</a:t>
            </a:r>
            <a:r>
              <a:rPr lang="en-US" dirty="0"/>
              <a:t> = `${number1} + ${number2} = ${number1 + number2}`</a:t>
            </a:r>
          </a:p>
          <a:p>
            <a:pPr marL="0" indent="0">
              <a:buNone/>
            </a:pPr>
            <a:r>
              <a:rPr lang="en-US" dirty="0"/>
              <a:t>                break;</a:t>
            </a:r>
          </a:p>
          <a:p>
            <a:pPr marL="0" indent="0">
              <a:buNone/>
            </a:pPr>
            <a:r>
              <a:rPr lang="en-US" dirty="0"/>
              <a:t>            case 1: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document.querySelector</a:t>
            </a:r>
            <a:r>
              <a:rPr lang="en-US" dirty="0"/>
              <a:t>('#result').</a:t>
            </a:r>
            <a:r>
              <a:rPr lang="en-US" dirty="0" err="1"/>
              <a:t>innerHTML</a:t>
            </a:r>
            <a:r>
              <a:rPr lang="en-US" dirty="0"/>
              <a:t> = `${number1} - ${number2} = ${number1 - number2}`</a:t>
            </a:r>
          </a:p>
          <a:p>
            <a:pPr marL="0" indent="0">
              <a:buNone/>
            </a:pPr>
            <a:r>
              <a:rPr lang="en-US" dirty="0"/>
              <a:t>                break;</a:t>
            </a:r>
          </a:p>
          <a:p>
            <a:pPr marL="0" indent="0">
              <a:buNone/>
            </a:pPr>
            <a:r>
              <a:rPr lang="en-US" dirty="0"/>
              <a:t>            case 2: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document.querySelector</a:t>
            </a:r>
            <a:r>
              <a:rPr lang="en-US" dirty="0"/>
              <a:t>('#result').</a:t>
            </a:r>
            <a:r>
              <a:rPr lang="en-US" dirty="0" err="1"/>
              <a:t>innerHTML</a:t>
            </a:r>
            <a:r>
              <a:rPr lang="en-US" dirty="0"/>
              <a:t> = `${number1} * ${number2} = ${number1 * number2}`</a:t>
            </a:r>
          </a:p>
          <a:p>
            <a:pPr marL="0" indent="0">
              <a:buNone/>
            </a:pPr>
            <a:r>
              <a:rPr lang="en-US" dirty="0"/>
              <a:t>                break;</a:t>
            </a:r>
          </a:p>
          <a:p>
            <a:pPr marL="0" indent="0">
              <a:buNone/>
            </a:pPr>
            <a:r>
              <a:rPr lang="en-US" dirty="0"/>
              <a:t>            case 3: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document.querySelector</a:t>
            </a:r>
            <a:r>
              <a:rPr lang="en-US" dirty="0"/>
              <a:t>('#result').</a:t>
            </a:r>
            <a:r>
              <a:rPr lang="en-US" dirty="0" err="1"/>
              <a:t>innerHTML</a:t>
            </a:r>
            <a:r>
              <a:rPr lang="en-US" dirty="0"/>
              <a:t> = `${number1} / ${number2} = ${</a:t>
            </a:r>
            <a:r>
              <a:rPr lang="en-US" dirty="0" err="1"/>
              <a:t>Math.round</a:t>
            </a:r>
            <a:r>
              <a:rPr lang="en-US" dirty="0"/>
              <a:t>(number1 / number2)}`</a:t>
            </a:r>
          </a:p>
          <a:p>
            <a:pPr marL="0" indent="0">
              <a:buNone/>
            </a:pPr>
            <a:r>
              <a:rPr lang="en-US" dirty="0"/>
              <a:t>                break;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   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833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D94A-1349-4BBF-A20A-136727F43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Добавление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5757D6-8D30-4F5F-8ACB-EB2C8EDF2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479" y="2052637"/>
            <a:ext cx="8777685" cy="4678005"/>
          </a:xfrm>
        </p:spPr>
      </p:pic>
    </p:spTree>
    <p:extLst>
      <p:ext uri="{BB962C8B-B14F-4D97-AF65-F5344CB8AC3E}">
        <p14:creationId xmlns:p14="http://schemas.microsoft.com/office/powerpoint/2010/main" val="2280537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FBDB-C3E6-4CC1-B514-D5ABC052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Вычитание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977D53-EB97-442E-9975-B3CC7A256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479" y="2052638"/>
            <a:ext cx="8777574" cy="4677946"/>
          </a:xfrm>
        </p:spPr>
      </p:pic>
    </p:spTree>
    <p:extLst>
      <p:ext uri="{BB962C8B-B14F-4D97-AF65-F5344CB8AC3E}">
        <p14:creationId xmlns:p14="http://schemas.microsoft.com/office/powerpoint/2010/main" val="3007441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E0088-AE98-4A33-8C78-D9367D24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Умножение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EB9A6D-6537-4D25-BC13-90D84561C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706" y="1587943"/>
            <a:ext cx="9404723" cy="5012180"/>
          </a:xfrm>
        </p:spPr>
      </p:pic>
    </p:spTree>
    <p:extLst>
      <p:ext uri="{BB962C8B-B14F-4D97-AF65-F5344CB8AC3E}">
        <p14:creationId xmlns:p14="http://schemas.microsoft.com/office/powerpoint/2010/main" val="2915533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C2456-EBA1-4D92-A0C4-FCD7AFE5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Деление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BD8B47-4E2C-4E22-A71E-E2D991D4F3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479" y="2052637"/>
            <a:ext cx="8721319" cy="4647965"/>
          </a:xfrm>
        </p:spPr>
      </p:pic>
    </p:spTree>
    <p:extLst>
      <p:ext uri="{BB962C8B-B14F-4D97-AF65-F5344CB8AC3E}">
        <p14:creationId xmlns:p14="http://schemas.microsoft.com/office/powerpoint/2010/main" val="3942238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225</Words>
  <Application>Microsoft Office PowerPoint</Application>
  <PresentationFormat>Широкоэкранный</PresentationFormat>
  <Paragraphs>41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Ion</vt:lpstr>
      <vt:lpstr>Сайт-калькулятор</vt:lpstr>
      <vt:lpstr>Внешний вид</vt:lpstr>
      <vt:lpstr>Файлы</vt:lpstr>
      <vt:lpstr>Операции</vt:lpstr>
      <vt:lpstr>Презентация PowerPoint</vt:lpstr>
      <vt:lpstr>Добавление</vt:lpstr>
      <vt:lpstr>Вычитание</vt:lpstr>
      <vt:lpstr>Умножение</vt:lpstr>
      <vt:lpstr>Деление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Сайт-калькулятор</dc:title>
  <dc:creator>Jalol Alimov</dc:creator>
  <cp:lastModifiedBy>timurovboec@gmail.com</cp:lastModifiedBy>
  <cp:revision>5</cp:revision>
  <dcterms:created xsi:type="dcterms:W3CDTF">2026-04-21T21:58:18Z</dcterms:created>
  <dcterms:modified xsi:type="dcterms:W3CDTF">2026-04-22T04:00:17Z</dcterms:modified>
</cp:coreProperties>
</file>